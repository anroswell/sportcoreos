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ec57e1efbf4fbe" /><Relationship Type="http://schemas.openxmlformats.org/officeDocument/2006/relationships/extended-properties" Target="/docProps/app.xml" Id="Re4129db8a88e4436" /><Relationship Type="http://schemas.openxmlformats.org/officeDocument/2006/relationships/officeDocument" Target="/ppt/presentation.xml" Id="R22d94024e67747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2d08d871f4405f"/>
  </p:sldMasterIdLst>
  <p:notesMasterIdLst>
    <p:notesMasterId xmlns:r="http://schemas.openxmlformats.org/officeDocument/2006/relationships" r:id="R3314a6bf2e444900"/>
  </p:notesMasterIdLst>
  <p:sldIdLst>
    <p:sldId xmlns:r="http://schemas.openxmlformats.org/officeDocument/2006/relationships" id="256" r:id="R37ffc9e4b0934582"/>
    <p:sldId xmlns:r="http://schemas.openxmlformats.org/officeDocument/2006/relationships" id="257" r:id="Re05901a4a7604ab1"/>
    <p:sldId xmlns:r="http://schemas.openxmlformats.org/officeDocument/2006/relationships" id="258" r:id="R72471ac5e6f146ec"/>
    <p:sldId xmlns:r="http://schemas.openxmlformats.org/officeDocument/2006/relationships" id="259" r:id="R1111a60cb4a7483a"/>
    <p:sldId xmlns:r="http://schemas.openxmlformats.org/officeDocument/2006/relationships" id="260" r:id="R147b4e40c6784f1f"/>
    <p:sldId xmlns:r="http://schemas.openxmlformats.org/officeDocument/2006/relationships" id="261" r:id="Rda6f52f7fca749b2"/>
    <p:sldId xmlns:r="http://schemas.openxmlformats.org/officeDocument/2006/relationships" id="262" r:id="R18404a026ac34e5d"/>
    <p:sldId xmlns:r="http://schemas.openxmlformats.org/officeDocument/2006/relationships" id="263" r:id="Rb75329baa66a44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9f21313c5e43cd" /><Relationship Type="http://schemas.openxmlformats.org/officeDocument/2006/relationships/slideMaster" Target="/ppt/slideMasters/slideMaster1.xml" Id="R1c2d08d871f4405f" /><Relationship Type="http://schemas.openxmlformats.org/officeDocument/2006/relationships/notesMaster" Target="/ppt/notesMasters/notesMaster1.xml" Id="R3314a6bf2e444900" /><Relationship Type="http://schemas.openxmlformats.org/officeDocument/2006/relationships/presProps" Target="/ppt/presProps.xml" Id="R5ace939519044450" /><Relationship Type="http://schemas.openxmlformats.org/officeDocument/2006/relationships/tableStyles" Target="/ppt/tableStyles.xml" Id="Rc275f5c3978c4ef8" /><Relationship Type="http://schemas.openxmlformats.org/officeDocument/2006/relationships/slide" Target="/ppt/slides/slide1.xml" Id="R37ffc9e4b0934582" /><Relationship Type="http://schemas.openxmlformats.org/officeDocument/2006/relationships/slide" Target="/ppt/slides/slide2.xml" Id="Re05901a4a7604ab1" /><Relationship Type="http://schemas.openxmlformats.org/officeDocument/2006/relationships/slide" Target="/ppt/slides/slide3.xml" Id="R72471ac5e6f146ec" /><Relationship Type="http://schemas.openxmlformats.org/officeDocument/2006/relationships/slide" Target="/ppt/slides/slide4.xml" Id="R1111a60cb4a7483a" /><Relationship Type="http://schemas.openxmlformats.org/officeDocument/2006/relationships/slide" Target="/ppt/slides/slide5.xml" Id="R147b4e40c6784f1f" /><Relationship Type="http://schemas.openxmlformats.org/officeDocument/2006/relationships/slide" Target="/ppt/slides/slide6.xml" Id="Rda6f52f7fca749b2" /><Relationship Type="http://schemas.openxmlformats.org/officeDocument/2006/relationships/slide" Target="/ppt/slides/slide7.xml" Id="R18404a026ac34e5d" /><Relationship Type="http://schemas.openxmlformats.org/officeDocument/2006/relationships/slide" Target="/ppt/slides/slide8.xml" Id="Rb75329baa66a44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96a3d8f8a342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05370069b3489d" /><Relationship Type="http://schemas.openxmlformats.org/officeDocument/2006/relationships/notesMaster" Target="/ppt/notesMasters/notesMaster1.xml" Id="R77efa233703740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6df9a7385f44bc" /><Relationship Type="http://schemas.openxmlformats.org/officeDocument/2006/relationships/notesMaster" Target="/ppt/notesMasters/notesMaster1.xml" Id="Rb8620b8ee42a4c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fd75599f704c39" /><Relationship Type="http://schemas.openxmlformats.org/officeDocument/2006/relationships/notesMaster" Target="/ppt/notesMasters/notesMaster1.xml" Id="R1a9d9e742fcd45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dcddb7b5df4636" /><Relationship Type="http://schemas.openxmlformats.org/officeDocument/2006/relationships/notesMaster" Target="/ppt/notesMasters/notesMaster1.xml" Id="R03898b1883cc4f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a632078b2d45f4" /><Relationship Type="http://schemas.openxmlformats.org/officeDocument/2006/relationships/notesMaster" Target="/ppt/notesMasters/notesMaster1.xml" Id="Rbcc693104ac94e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37992180bb4814" /><Relationship Type="http://schemas.openxmlformats.org/officeDocument/2006/relationships/notesMaster" Target="/ppt/notesMasters/notesMaster1.xml" Id="Rdf52a436c50d4c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c248cc01ee4177" /><Relationship Type="http://schemas.openxmlformats.org/officeDocument/2006/relationships/notesMaster" Target="/ppt/notesMasters/notesMaster1.xml" Id="Rf57931fa7f2849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6e26f00ee54a08" /><Relationship Type="http://schemas.openxmlformats.org/officeDocument/2006/relationships/notesMaster" Target="/ppt/notesMasters/notesMaster1.xml" Id="Rd8611c2e04bb46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comercial de SportCoreOS. Las funciones de la presentación deben mostrarse según módulos habilitados y configuración acordada con cada club.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Capacidades basadas en las rutas del producto: SportCoreOS-web/src/app/app.routes.ts. La disponibilidad depende de los módulos activos y de la configuración del club.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proviene de SportCoreOS/marketing/assets/screenshots/screenshot_04_convocatorias_tactica_1080x1920.png. Los nombres y equipos visibles son de demostración, no representan un caso real. Las rutas del producto identifican jugadores, categorías, partidos y convocatorias.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Módulos identificados en app.routes.ts: biometría, telemetría GPS, scouting y copiloto de IA. La disponibilidad y dispositivos requeridos deben verificarse en la demo. No presentar la herramienta como diagnóstico médico.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Rutas de producto: finanzas/recaudo, canchas, tienda y servicios en SportCoreOS-web/src/app/app.routes.ts. Se incluye una salvedad porque la activación de integraciones y medios de pago puede depender de la configuración comercial y técnica.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portal móvil para padres aparece como módulo PORTAL_PADRES en SportCoreOS-web/src/app/app.routes.ts. Las prácticas de permisos, comunicación y uso de datos deben validarse con el club.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ventajas se presentan como valor potencial de organización, no como resultados medidos ni garantizados. La configuración de roles forma parte de las rutas y permisos del producto.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Llamado a la acción genérico porque el canal oficial de contacto debe confirmarse antes de distribuir la presentación. No se inventa correo, teléfono, precio o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66b63105a4a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fc36add0824097" /><Relationship Type="http://schemas.openxmlformats.org/officeDocument/2006/relationships/slideLayout" Target="/ppt/slideLayouts/slideLayout1.xml" Id="Rf9d53e1439b545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d53e1439b545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bc56ee01946e8" /><Relationship Type="http://schemas.openxmlformats.org/officeDocument/2006/relationships/image" Target="/ppt/media/image.jpeg" Id="Rebc4f35f0963487e" /><Relationship Type="http://schemas.openxmlformats.org/officeDocument/2006/relationships/notesSlide" Target="/ppt/notesSlides/notesSlide1.xml" Id="Re1e046f87ba44e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fa88a177f4edc" /><Relationship Type="http://schemas.openxmlformats.org/officeDocument/2006/relationships/notesSlide" Target="/ppt/notesSlides/notesSlide2.xml" Id="Reee1a398ad6a44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6743ee03145c6" /><Relationship Type="http://schemas.openxmlformats.org/officeDocument/2006/relationships/image" Target="/ppt/media/image.png" Id="R64c73cf004eb48f8" /><Relationship Type="http://schemas.openxmlformats.org/officeDocument/2006/relationships/notesSlide" Target="/ppt/notesSlides/notesSlide3.xml" Id="Ra38b0ff5c84545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860acfd614321" /><Relationship Type="http://schemas.openxmlformats.org/officeDocument/2006/relationships/notesSlide" Target="/ppt/notesSlides/notesSlide4.xml" Id="R7a44086a48db4a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f29cff5894247" /><Relationship Type="http://schemas.openxmlformats.org/officeDocument/2006/relationships/notesSlide" Target="/ppt/notesSlides/notesSlide5.xml" Id="Rae05bcd0366f4f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48db400684390" /><Relationship Type="http://schemas.openxmlformats.org/officeDocument/2006/relationships/notesSlide" Target="/ppt/notesSlides/notesSlide6.xml" Id="Rfeaedbc5be6345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f54aeec9a44a6" /><Relationship Type="http://schemas.openxmlformats.org/officeDocument/2006/relationships/notesSlide" Target="/ppt/notesSlides/notesSlide7.xml" Id="R4563c92a2c8f43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f6bdfb0784994" /><Relationship Type="http://schemas.openxmlformats.org/officeDocument/2006/relationships/notesSlide" Target="/ppt/notesSlides/notesSlide8.xml" Id="R7e455bf395dc41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C44B4-5980-41FB-AB51-C2676266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DE0D3-A6D5-40F5-8D9E-B337D0C8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SportCoreOS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21325-440E-44E5-AE67-F2CA71BB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95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Gestión deportiva y administrativa para clubes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AF855-B3C7-4FC7-AB14-DBFC6D6C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Una plataforma para organizar la operación diaria y acompañar el trabajo deportivo.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AE05E-9A64-449D-B03F-20040213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Presentación para clubes y escuelas deportivas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4f35f0963487e"/>
          <a:stretch xmlns:a="http://schemas.openxmlformats.org/drawingml/2006/main"/>
        </p:blipFill>
        <p:spPr>
          <a:xfrm xmlns:a="http://schemas.openxmlformats.org/drawingml/2006/main">
            <a:off x="7715250" y="1028700"/>
            <a:ext cx="34290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41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C5A1D-0C7E-4A3B-A677-92674D89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6EF74-7F33-4383-91FC-0D8E5636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Una plataforma para la operación del club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6AAF9-698B-48A4-BFFF-4EFDB179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12144-B324-4337-A871-C644F11E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22E76-6B3A-40E2-997E-B00FD2AB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9846F-1CEA-47A0-B4CD-E2EE3A9F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El club coordina información deportiva, actividad de los equipos y procesos administrativos.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A7CB7-8A59-4C21-85BF-530BE2C0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Gestión deportiva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EB40B-BC25-46A3-B4F3-6DC8887A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Jugadores, fichas y categorías organizados para el trabajo de los planteles.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FE053-EEE2-4791-91A6-4CA55E88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Agenda y competencia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9D81C-2B52-4148-A64D-FB51AB7F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Partidos, convocatorias y actividad del equipo en los módulos correspondientes.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F7FD2-0C3E-45E4-A62B-091D5E35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Seguimiento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70498-A638-4183-A7AA-09CC8EE7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Biometría, pruebas físicas, telemetría GPS y scouting disponibles según la operación.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94827-64B0-4B84-8C04-E6B3229E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Administración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2C74A-B1CC-4E7B-AB08-DCDE3252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Cobros, escenarios, tienda, servicios y portal familiar según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174981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32375-5FC2-4F67-8B4C-7F030863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DA44F-C312-4259-AD4D-928FEE83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Gestión deportiva y competencia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20C2A-98F6-43DC-8D25-4CC345B8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F68BE-FB7C-483E-8161-264FBA74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C0CE3-0202-408F-9521-097C1896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6E142-030A-4C93-853B-2199CCF0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61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De la ficha del deportista a la actividad del equipo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7B765-6152-4E03-9E3E-7743E5BF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5FC54-11FE-4508-B458-AE054E9C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Registro de jugadores y organización por categorías.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BA40D-2815-4309-9B05-6D8A959C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BC896-F40C-489B-9BAB-86D88681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Consulta de fixture y partidos.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D2B1D-7DDA-4DDC-9F81-DCCC3A80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3C299-322C-4A4A-8ACC-C3E7DE30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Preparación de convocatorias y nóminas.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C9064-87F1-49AE-90E1-0E018E30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43213-E746-4831-A897-D1C0007E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48225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Información de asistencia disponible en el flujo del club.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73cf004eb48f8"/>
          <a:stretch xmlns:a="http://schemas.openxmlformats.org/drawingml/2006/main"/>
        </p:blipFill>
        <p:spPr>
          <a:xfrm xmlns:a="http://schemas.openxmlformats.org/drawingml/2006/main">
            <a:off x="8051602" y="1390650"/>
            <a:ext cx="2946797" cy="5238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60351-86F7-42E0-9025-DD60CE1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Interfaz ilustrativa · datos de demostración</a:t>
            </a:r>
          </a:p>
        </p:txBody>
      </p:sp>
    </p:spTree>
    <p:extLst>
      <p:ext uri="{BB962C8B-B14F-4D97-AF65-F5344CB8AC3E}">
        <p14:creationId xmlns:p14="http://schemas.microsoft.com/office/powerpoint/2010/main" val="650831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63C6C-2B29-4410-85D3-1D2755EA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4AFD2-6196-48EB-9E20-68A62512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Seguimiento deportivo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E78F4-738E-4312-9B54-D402D4C1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E9C0D-6B7F-40A3-841C-5AF5F9A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E288B-35C0-40E8-8604-E0D5A313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56705-2F2B-4934-81E0-4F1D3F4F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Herramientas para acompañar el trabajo del cuerpo técnico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D672F-2AFD-4354-8824-ABB3E830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La plataforma permite registrar y consultar información deportiva según el flujo que utilice el club.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E469B-1F98-4EE4-B404-D72517BF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Biometría y pruebas físicas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4375F-0B0F-48D8-A607-CE372939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Mediciones y evaluaciones registradas para dar contexto a la evolución del deportista.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71BD0-0D55-4094-AA5D-4381E925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rPr>
              <a:t>Telemetría GPS y scouting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367BE-B92B-438E-9516-C820E8B0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461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Sesiones GPS y observaciones de scouting para apoyar el seguimiento deportivo.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B6070-4758-44B1-B0A4-C1B5B83E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Copiloto de 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5CC26-6EA7-4A26-9044-06F83BD6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Asistencia de consulta dentro del módulo técnico habilitado.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209EC-6C56-4DAC-8FD8-6E900C55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2920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La interpretación permanece en manos del equipo técnico. No sustituye una valoración profesional.</a:t>
            </a:r>
          </a:p>
        </p:txBody>
      </p:sp>
    </p:spTree>
    <p:extLst>
      <p:ext uri="{BB962C8B-B14F-4D97-AF65-F5344CB8AC3E}">
        <p14:creationId xmlns:p14="http://schemas.microsoft.com/office/powerpoint/2010/main" val="12640511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5FD64-BA4E-4E19-9188-127EF761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247B7-B2E8-45BC-A8A8-4303213A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Administración y recursos del club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25E92-311C-4928-B239-574861CA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15C72-7110-480E-85E5-5FFB8E2F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1B639-B5F8-407E-A457-4E38D8F5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25563-CAE5-4F06-A2B2-D14C9A34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Los procesos administrativos también forman parte de la operación deportiva.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3671A-9D31-4BE1-A442-83B0DDC1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Finanzas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DD1CD-B3F6-46F7-84F1-A571C322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333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Cobros, pensiones y estados de recaudo para consulta y gestión.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3D84C-D425-415A-81E1-D950D299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rPr>
              <a:t>Escenarios y servicios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339D8-E3BB-449D-866E-74B4AF56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476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Canchas, tienda y servicios deportivos según los módulos disponibles para el club.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1AAE4-D6DB-491B-9FF5-C509CE2D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07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46FA1-1452-481B-A1C6-64FA6BAB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La disponibilidad de pasarelas, medios de pago y otros servicios debe confirmarse para cada implementación.</a:t>
            </a:r>
          </a:p>
        </p:txBody>
      </p:sp>
    </p:spTree>
    <p:extLst>
      <p:ext uri="{BB962C8B-B14F-4D97-AF65-F5344CB8AC3E}">
        <p14:creationId xmlns:p14="http://schemas.microsoft.com/office/powerpoint/2010/main" val="20455475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FE839-0D2A-4FE8-A350-78D30D3D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A9C93-2099-449B-9F4E-B9D5A80B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Una experiencia digital para las familias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097B1-BE91-44CC-8C09-64256D36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57384-7EC7-4A08-8CDD-8B246B7D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53867-8D5A-4C26-AC11-AF2A5F57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921F8-F391-4F2E-8421-600755DD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Un portal móvil asociado a la actividad del club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5C7E3-66A8-4EDD-965C-5EAEA406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942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El portal para padres abre un espacio digital para que las familias consulten la información que el club habilite para ellas.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E988F-17DA-4A71-AAB9-1BEFCEE0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Cada club define qué información comparte, qué perfiles acceden y cómo acompaña a las familias durante la temporada.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E183F-2446-4A31-BC55-DB277D87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El tratamiento de datos de deportistas menores requiere permisos y autorizaciones definidos por el club.</a:t>
            </a:r>
          </a:p>
        </p:txBody>
      </p:sp>
    </p:spTree>
    <p:extLst>
      <p:ext uri="{BB962C8B-B14F-4D97-AF65-F5344CB8AC3E}">
        <p14:creationId xmlns:p14="http://schemas.microsoft.com/office/powerpoint/2010/main" val="21372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80B49-6DEC-4AC3-BF84-D2D944D0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4E6C7-47DB-4946-A4FD-016E8E3C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Ventajas para la organización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676B4-26E1-4A2D-BA7C-67FD488F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5D4A3-A68D-42CA-AF27-6F7B50B5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AA49B-4DE8-4F14-AB87-A2604E99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8635E-C7FA-4897-B212-FDFC7127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0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Una referencia común puede ayudar al club a coordinar sus procesos con mayor contexto.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565A8-9B0A-4DE7-A62E-80BD0650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Más claridad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D0402-C1A1-4151-95AF-BA1EE73D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Consulta las áreas deportivas y administrativas dentro del entorno habilitado.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F6053-F5E6-4262-93BC-42C9A888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rPr>
              <a:t>Acceso por perfiles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9F3C5-1BCD-48F1-8146-F4C481A6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442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Organiza la experiencia de acuerdo con los roles de dirección, cuerpo técnico y administración.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2EC68-E1AD-4AAF-88CA-95EC135C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95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El resultado depende de los módulos activos, la calidad de los datos y la adopción del equipo.</a:t>
            </a:r>
          </a:p>
        </p:txBody>
      </p:sp>
    </p:spTree>
    <p:extLst>
      <p:ext uri="{BB962C8B-B14F-4D97-AF65-F5344CB8AC3E}">
        <p14:creationId xmlns:p14="http://schemas.microsoft.com/office/powerpoint/2010/main" val="962724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EAA87-D6DB-483E-A24C-717806BB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14869-DD3B-4D8C-A408-ED5025B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Una demostración basada en tu club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824B5-F8B9-48CE-8236-B12351D6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01BD9-55E9-4C0A-9389-E4003C98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D4A76-EB6B-4ABF-BB38-8FFA8B4F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21862-8DE7-4B6F-8136-5DDC0AC5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Empecemos por la operación que quieres organizar.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0373D-CB9D-4DBF-A6A6-D3BBB205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En una demo personalizada podemos recorrer los módulos que respondan a las prioridades de tu escuela y revisar qué hace falta configurar.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16ABC-6C58-4A13-8660-6E8A03C0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Solicita una demostración personalizada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9E22F-EB94-405B-8122-7543C255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04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Gestión de planteles  ·  agenda deportiva  ·  seguimiento  ·  administración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7FAEE-160D-4FE2-BC07-46F6376F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Funciones e integraciones sujetas a disponibilidad y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659634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2026-09-28T04:09:30.2830000Z</dcterms:created>
  <dcterms:modified xsi:type="dcterms:W3CDTF">2026-09-28T04:09:30.2830000Z</dcterms:modified>
</coreProperties>
</file>