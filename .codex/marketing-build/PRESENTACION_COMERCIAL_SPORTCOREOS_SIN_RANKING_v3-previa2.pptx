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64a0a1880c4b45" /><Relationship Type="http://schemas.openxmlformats.org/officeDocument/2006/relationships/extended-properties" Target="/docProps/app.xml" Id="R6cf3987b61294d5f" /><Relationship Type="http://schemas.openxmlformats.org/officeDocument/2006/relationships/officeDocument" Target="/ppt/presentation.xml" Id="Rf67d820a0166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dc73647b94e14"/>
  </p:sldMasterIdLst>
  <p:notesMasterIdLst>
    <p:notesMasterId xmlns:r="http://schemas.openxmlformats.org/officeDocument/2006/relationships" r:id="Rcde08b50958d45c3"/>
  </p:notesMasterIdLst>
  <p:sldIdLst>
    <p:sldId xmlns:r="http://schemas.openxmlformats.org/officeDocument/2006/relationships" id="256" r:id="R04e7044b3ea5492a"/>
    <p:sldId xmlns:r="http://schemas.openxmlformats.org/officeDocument/2006/relationships" id="257" r:id="R2bde6f5bfb9b44ef"/>
    <p:sldId xmlns:r="http://schemas.openxmlformats.org/officeDocument/2006/relationships" id="258" r:id="R8451e03687bf4187"/>
    <p:sldId xmlns:r="http://schemas.openxmlformats.org/officeDocument/2006/relationships" id="259" r:id="R4b98c4a59a664593"/>
    <p:sldId xmlns:r="http://schemas.openxmlformats.org/officeDocument/2006/relationships" id="260" r:id="R364382558bc447c2"/>
    <p:sldId xmlns:r="http://schemas.openxmlformats.org/officeDocument/2006/relationships" id="261" r:id="Red10019739914dda"/>
    <p:sldId xmlns:r="http://schemas.openxmlformats.org/officeDocument/2006/relationships" id="262" r:id="R04b96bc5af5c4f36"/>
    <p:sldId xmlns:r="http://schemas.openxmlformats.org/officeDocument/2006/relationships" id="263" r:id="Re24e4bb3458c4b9c"/>
    <p:sldId xmlns:r="http://schemas.openxmlformats.org/officeDocument/2006/relationships" id="264" r:id="R074279b67cff4a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da85948214f0a" /><Relationship Type="http://schemas.openxmlformats.org/officeDocument/2006/relationships/slideMaster" Target="/ppt/slideMasters/slideMaster1.xml" Id="R8d6dc73647b94e14" /><Relationship Type="http://schemas.openxmlformats.org/officeDocument/2006/relationships/notesMaster" Target="/ppt/notesMasters/notesMaster1.xml" Id="Rcde08b50958d45c3" /><Relationship Type="http://schemas.openxmlformats.org/officeDocument/2006/relationships/presProps" Target="/ppt/presProps.xml" Id="R541cfed00f5e41d4" /><Relationship Type="http://schemas.openxmlformats.org/officeDocument/2006/relationships/tableStyles" Target="/ppt/tableStyles.xml" Id="R04d6ec0d0c7440c7" /><Relationship Type="http://schemas.openxmlformats.org/officeDocument/2006/relationships/slide" Target="/ppt/slides/slide1.xml" Id="R04e7044b3ea5492a" /><Relationship Type="http://schemas.openxmlformats.org/officeDocument/2006/relationships/slide" Target="/ppt/slides/slide2.xml" Id="R2bde6f5bfb9b44ef" /><Relationship Type="http://schemas.openxmlformats.org/officeDocument/2006/relationships/slide" Target="/ppt/slides/slide3.xml" Id="R8451e03687bf4187" /><Relationship Type="http://schemas.openxmlformats.org/officeDocument/2006/relationships/slide" Target="/ppt/slides/slide4.xml" Id="R4b98c4a59a664593" /><Relationship Type="http://schemas.openxmlformats.org/officeDocument/2006/relationships/slide" Target="/ppt/slides/slide5.xml" Id="R364382558bc447c2" /><Relationship Type="http://schemas.openxmlformats.org/officeDocument/2006/relationships/slide" Target="/ppt/slides/slide6.xml" Id="Red10019739914dda" /><Relationship Type="http://schemas.openxmlformats.org/officeDocument/2006/relationships/slide" Target="/ppt/slides/slide7.xml" Id="R04b96bc5af5c4f36" /><Relationship Type="http://schemas.openxmlformats.org/officeDocument/2006/relationships/slide" Target="/ppt/slides/slide8.xml" Id="Re24e4bb3458c4b9c" /><Relationship Type="http://schemas.openxmlformats.org/officeDocument/2006/relationships/slide" Target="/ppt/slides/slide9.xml" Id="R074279b67cff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e8306bcdb84f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dfc712c394c44" /><Relationship Type="http://schemas.openxmlformats.org/officeDocument/2006/relationships/notesMaster" Target="/ppt/notesMasters/notesMaster1.xml" Id="R93550812f889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b3c5aa1bc14ab7" /><Relationship Type="http://schemas.openxmlformats.org/officeDocument/2006/relationships/notesMaster" Target="/ppt/notesMasters/notesMaster1.xml" Id="Rba07f64005c5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7da369252b44d5" /><Relationship Type="http://schemas.openxmlformats.org/officeDocument/2006/relationships/notesMaster" Target="/ppt/notesMasters/notesMaster1.xml" Id="Ra3223cb0db4347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01cf78bd54f05" /><Relationship Type="http://schemas.openxmlformats.org/officeDocument/2006/relationships/notesMaster" Target="/ppt/notesMasters/notesMaster1.xml" Id="Rc40d2b2e7dc64f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074c5a58294e5a" /><Relationship Type="http://schemas.openxmlformats.org/officeDocument/2006/relationships/notesMaster" Target="/ppt/notesMasters/notesMaster1.xml" Id="R450ec6716fe84b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ec96a6f514af1" /><Relationship Type="http://schemas.openxmlformats.org/officeDocument/2006/relationships/notesMaster" Target="/ppt/notesMasters/notesMaster1.xml" Id="R779bab5c339c48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4c0cff86464b0e" /><Relationship Type="http://schemas.openxmlformats.org/officeDocument/2006/relationships/notesMaster" Target="/ppt/notesMasters/notesMaster1.xml" Id="R4844df538742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79b81ddd984a8e" /><Relationship Type="http://schemas.openxmlformats.org/officeDocument/2006/relationships/notesMaster" Target="/ppt/notesMasters/notesMaster1.xml" Id="R6a27c2b7807249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d94707fa14ab7" /><Relationship Type="http://schemas.openxmlformats.org/officeDocument/2006/relationships/notesMaster" Target="/ppt/notesMasters/notesMaster1.xml" Id="R38c2995edfb3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ventas enfocada en gestión deportiva y administrativa. El módulo de ranking queda fuera del alcance de esta presentación. La disponibilidad depende de módulos activos y configuración.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como escenario frecuente para validar con el cliente. Preguntar cuáles de estos pasos hoy dependen de hojas, chats o registros separados. No afirmar que todos los clubes operan igual.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comparativo conceptual basado en las rutas disponibles de jugadores, categorías, partidos y convocatorias. Evitar afirmar automatización o integración automática con chat; el beneficio esperado debe medirse en 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de demostración de los módulos de partidos y convocatorias. No corresponden a un club cliente ni representan marcadores o datos reales. Rutas de producto verificadas en SportCoreOS-web/src/app/app.routes.ts.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cartera es ilustrativa e incluye nombres, montos y fechas ficticias. No usar como tarifa, cotización o caso de cliente. La interfaz contiene opción PSE/Wompi, pero disponibilidad y operación de pasarelas deben validarse con el equipo antes de comprometerlas comercialmente.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canchas es demostrativa. El nombre de la sede, fechas, tarifas y disponibilidad visibles son ficticios. No presentar el valor mostrado como precio real. Las capacidades comerciales dependen de módulos activos.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boletín incluye perfil, texto de análisis y métricas generadas para una muestra; ningún valor ni interpretación se presenta como evaluación real. El módulo debe validarse con información autorizada, metodología del club y revisión del equipo técnico. No es diagnóstico médico.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portal para padres está identificado como módulo. Presentar como canal para información que el club decida habilitar; no asegurar comunicaciones automáticas. Definir roles, permisos y tratamiento de datos de menores antes de la puesta en marcha.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comercial: proponer seleccionar de 2 a 3 procesos para un piloto y levantar la línea base antes de configurar. Los indicadores son propuestas, no resultados garantizados. Definir duración, responsables y objetivos con el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35c184414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9b7f1afff42fb" /><Relationship Type="http://schemas.openxmlformats.org/officeDocument/2006/relationships/slideLayout" Target="/ppt/slideLayouts/slideLayout1.xml" Id="Rd5feca3e5fbe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feca3e5fbe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0857b9c2b48ae" /><Relationship Type="http://schemas.openxmlformats.org/officeDocument/2006/relationships/image" Target="/ppt/media/image.jpeg" Id="R28d02570c92a4ced" /><Relationship Type="http://schemas.openxmlformats.org/officeDocument/2006/relationships/notesSlide" Target="/ppt/notesSlides/notesSlide1.xml" Id="Ra6801f56be2d49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cdafe480e4786" /><Relationship Type="http://schemas.openxmlformats.org/officeDocument/2006/relationships/notesSlide" Target="/ppt/notesSlides/notesSlide2.xml" Id="Rc3f33975e5f6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cb0233a7e4a82" /><Relationship Type="http://schemas.openxmlformats.org/officeDocument/2006/relationships/notesSlide" Target="/ppt/notesSlides/notesSlide3.xml" Id="Recb3bdd05528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4cf130c8a447f" /><Relationship Type="http://schemas.openxmlformats.org/officeDocument/2006/relationships/image" Target="/ppt/media/image.png" Id="Red7a337766c0491b" /><Relationship Type="http://schemas.openxmlformats.org/officeDocument/2006/relationships/image" Target="/ppt/media/image2.png" Id="Re187023f20024ce0" /><Relationship Type="http://schemas.openxmlformats.org/officeDocument/2006/relationships/notesSlide" Target="/ppt/notesSlides/notesSlide4.xml" Id="R450a51c4de5c41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c16593b79471c" /><Relationship Type="http://schemas.openxmlformats.org/officeDocument/2006/relationships/image" Target="/ppt/media/image3.png" Id="Rc552ad4407f7418e" /><Relationship Type="http://schemas.openxmlformats.org/officeDocument/2006/relationships/notesSlide" Target="/ppt/notesSlides/notesSlide5.xml" Id="R69683226963046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0cdb33f914818" /><Relationship Type="http://schemas.openxmlformats.org/officeDocument/2006/relationships/image" Target="/ppt/media/image4.png" Id="R58f75e190b864d46" /><Relationship Type="http://schemas.openxmlformats.org/officeDocument/2006/relationships/notesSlide" Target="/ppt/notesSlides/notesSlide6.xml" Id="Rede37978247b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ce20d5b1425f" /><Relationship Type="http://schemas.openxmlformats.org/officeDocument/2006/relationships/image" Target="/ppt/media/image5.png" Id="R28359c5eb38f445f" /><Relationship Type="http://schemas.openxmlformats.org/officeDocument/2006/relationships/notesSlide" Target="/ppt/notesSlides/notesSlide7.xml" Id="Rb08a94343efd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a1c0674e44636" /><Relationship Type="http://schemas.openxmlformats.org/officeDocument/2006/relationships/notesSlide" Target="/ppt/notesSlides/notesSlide8.xml" Id="R2173fd0d8a514b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e1683d614d5a" /><Relationship Type="http://schemas.openxmlformats.org/officeDocument/2006/relationships/notesSlide" Target="/ppt/notesSlides/notesSlide9.xml" Id="Ra3889ecf426241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E5C6A-C359-4DD7-A1B9-2641026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02570c92a4ced"/>
          <a:stretch xmlns:a="http://schemas.openxmlformats.org/drawingml/2006/main"/>
        </p:blipFill>
        <p:spPr>
          <a:xfrm xmlns:a="http://schemas.openxmlformats.org/drawingml/2006/main">
            <a:off x="1200150" y="495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A9C64-9663-46BF-8E2B-9543F89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 operación del club,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mejor conectada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7A7F-144E-49ED-BCD1-BADCD6D1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 la coordinación dispersa a una gestión deportiva y administrativa más clara.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C455E-02C3-4941-9D8C-379DF93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362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7F239-008A-4A60-A188-53B62B6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PRESENTACIÓN PARA CLUBES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5CE62-F041-4AD6-A9F1-046EA57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0957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01E2D"/>
          </a:solidFill>
          <a:ln xmlns:a="http://schemas.openxmlformats.org/drawingml/2006/main" w="9525">
            <a:solidFill>
              <a:srgbClr val="25425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6C86B-DEF9-4933-B0EE-A4AF475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 referencia para el día a día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512FE-EF77-4599-93D0-1318BF4D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A966E-8592-4383-9FC9-6AA65043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PLANTEL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99534-02F1-4188-9BB7-50CE6E49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A3FD-31EB-4996-99C0-5953F07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050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COMPETENCIA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DAF33-593D-4E1B-BDAE-73C9BFF9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E82AC-426E-464B-98AE-B72CD4F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F98F0-6FE8-42E2-A06A-FC8A3C73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2902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D856C-112B-4120-8FEE-0331187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0522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SEGUIMIENTO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85BBE-614F-45A3-8568-88D7870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05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07CC7-23F1-4CE5-9A28-AFD7E5B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A3F24-C320-43E5-8E74-CD1A1CC8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E898D-55D6-4FB1-BC9E-2D1C1E44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147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39E39-166F-4D6B-8DB1-2D43346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19625"/>
            <a:ext cx="1962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3DFC-D375-4E22-BBB0-37BF76D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87382-7EAE-4450-A8CB-C78457D7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Módulos e integraciones sujetos a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2070963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9EBB6-39C8-4F5F-BBA0-FD628E6B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OPERACIÓN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59B98-17F3-4975-8D8B-653DC2A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Cuando cada proceso vive en un lugar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345DB-C758-4277-B983-5130E87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0C0A4-1FBA-4D31-A199-F864F09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45627-2456-4F9F-AE8D-BD3491A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D1C3B-CD5C-4379-904F-47B830BE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En muchos clubes, la jornada se coordina entre herramientas que no comparten el mismo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15AD4-3928-4026-BBB1-04C04B46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AD7B3-8698-4379-9728-83D9054B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Inscripciones y plantel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15268-F29E-4A75-940D-4CEB111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Formularios, hojas de cálculo y datos que se vuelven a pedir.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8CA27-E811-49D3-B29F-35B3A2C3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051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3424B-5889-42FC-8AB1-361B712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DD0A2-2DD0-4C28-8142-7AC800D0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76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convocatorias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6A55E-0068-440A-A03F-B73A306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766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Fixture en un archivo; nómina y confirmaciones en mensajes.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56CE5-0417-4F83-8C6F-6EF5629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004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029E4-B73E-4087-B94E-DBC7E26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AC504-8900-4EA0-B181-4E83C81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71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Cobros y comprobantes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25808-B8A5-4989-B871-B6482DF6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Transferencias, recibos y cartera revisados por separado.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972B1-1C1B-4B4F-9341-96806C0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958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83C5B-5B05-417C-BEC0-1F651EE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B60F1-6E61-473F-B7CD-3A76B63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Seguimiento deportivo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16CA8-9143-4421-9CE8-1C2DCB6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673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Notas y mediciones difíciles de comparar entre sesiones.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F0B1A-63D9-4AE7-9F81-4D1226E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911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3EB74-20D2-4D76-94E2-84A10E18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BBEAB-4AE0-437F-ADD2-AAC7B4A2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Es un punto de partida para conversar con cada club, no una descripción universal.</a:t>
            </a:r>
          </a:p>
        </p:txBody>
      </p:sp>
    </p:spTree>
    <p:extLst>
      <p:ext uri="{BB962C8B-B14F-4D97-AF65-F5344CB8AC3E}">
        <p14:creationId xmlns:p14="http://schemas.microsoft.com/office/powerpoint/2010/main" val="1835029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1AC4B-C44F-4BFD-831A-35FA222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UN EJEMPLO CONCRETO · DÍA DE PARTIDO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01FFE-FDFC-4424-A270-5CFFE07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perseguir información a revisar un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15EC2-742B-41EE-B944-27FC1BE6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C2C2B-FBAD-41FF-95A2-48AC54E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7AEDF-BE7E-4CB6-8C15-00374C1C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ED2B-0548-41EF-831C-98F0C23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000625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7670C-3803-4AA8-9B80-3BE7F61D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18160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89129-899B-4B8B-A4CE-E331BA1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8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F4C43-D85E-4A83-B112-FAFC37F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D4907-485E-4806-9759-FBDF4532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954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FC973-6309-4A34-8796-2B70B88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CON SPORTCOREOS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6BFD5-8239-4B47-BF7B-4CFB5A30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3C918-882F-407B-B926-4625469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Buscar la lista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CBDA8-9903-42C9-87D5-3D8F2FCC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Datos del plantel en varios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6B9E8-454B-4ACF-8C60-DE717C2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3A6A8-B39A-4050-9F89-B3C0D83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Abrir 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D6B46-F727-4F24-A236-B5E5FE4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Jugadores y categorías disponibles en el módulo.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C8300-FE30-4953-AD97-936690A5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09CF4-3606-46B6-AFAD-1659B1D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Armar la nómina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A384C-D0D2-45BC-90AC-626FCE39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433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convocatoria se recompone para cada partido.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27D97-3048-4920-A5A5-3D21EAD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138D1-826E-4EB7-914C-05EB14F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Revisar el partido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72B55-A452-4416-AA9D-B1FCE55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Fixture y convocatoria dentro del flujo deportivo.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A8C95-88B3-45F6-BA7D-D174CD3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0E9B6-7FC6-4F50-911B-D18C51F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Confirmar por chat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17525-5BFA-4564-889C-59E6B2A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respuestas quedan en distintos hilos.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4D6C3-DCD1-4B85-A3C6-64AA88B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A7F89-45BB-4FE4-8C99-2492F1B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Dar seguimiento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39565-2EA9-408B-B139-DC8854F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95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Consultar la información reunida para esa actividad.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5C334-EB6D-4CD5-9FFF-6A73A4E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0175"/>
            <a:ext cx="444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Menos pasos dispersos por validar durante un piloto.</a:t>
            </a:r>
          </a:p>
        </p:txBody>
      </p:sp>
    </p:spTree>
    <p:extLst>
      <p:ext uri="{BB962C8B-B14F-4D97-AF65-F5344CB8AC3E}">
        <p14:creationId xmlns:p14="http://schemas.microsoft.com/office/powerpoint/2010/main" val="892684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66C7B-7917-4408-A3F7-9A1DC9C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GESTIÓN DEPORTIVA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8C4C1-F56C-4C2B-8650-69E222E3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Del calendario a la convocatoria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58642-8402-4637-9456-A755F02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4A26B-5530-4FE7-9FB0-F2DB356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A3FFA-47D0-4BC9-B256-AD7FCC6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DD854-4A2D-4C35-BD2A-341FDACF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Parte de la actividad del equipo se puede consultar desde módulos conectados a la operación deportiva.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32673-6E84-4236-AD6E-1952820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B977F-7486-49D1-AFB7-0761DD2C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fixture por categoría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2753F-675D-41E1-A0D8-7DBB1E8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E44C5-43C8-470A-9354-D945645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Nómina titular y suplentes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31A9C-83CA-4C34-A001-FB4011DF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D30B7-9B71-433E-87A2-45E073F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Estado de convocatoria visible para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0270E-CC3E-4768-8DC4-A972D3C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Pantallas de muestra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CB715-95B6-42E7-90C6-A83486B5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Los equipos, nombres y marcadores son datos ficticios.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98542-8960-43EA-881C-E6279BEE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6A7D3-F357-459F-B21B-06E8ABE2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a337766c0491b"/>
          <a:stretch xmlns:a="http://schemas.openxmlformats.org/drawingml/2006/main"/>
        </p:blipFill>
        <p:spPr>
          <a:xfrm xmlns:a="http://schemas.openxmlformats.org/drawingml/2006/main">
            <a:off x="5343525" y="1622954"/>
            <a:ext cx="2562225" cy="4555067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7023f20024ce0"/>
          <a:stretch xmlns:a="http://schemas.openxmlformats.org/drawingml/2006/main"/>
        </p:blipFill>
        <p:spPr>
          <a:xfrm xmlns:a="http://schemas.openxmlformats.org/drawingml/2006/main">
            <a:off x="8258175" y="1622954"/>
            <a:ext cx="2562225" cy="455506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FE0E0-FB7E-4F57-8B64-9AAC091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019800"/>
            <a:ext cx="14573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D8776-929D-4DB2-ADAB-3189358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388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29E2F-C96D-479C-B386-74D6FA8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019800"/>
            <a:ext cx="16097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C39FD-4CF1-44B0-9544-1228EBE4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38850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CONVOCATORIA</a:t>
            </a:r>
          </a:p>
        </p:txBody>
      </p:sp>
    </p:spTree>
    <p:extLst>
      <p:ext uri="{BB962C8B-B14F-4D97-AF65-F5344CB8AC3E}">
        <p14:creationId xmlns:p14="http://schemas.microsoft.com/office/powerpoint/2010/main" val="668459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4E643-7E3B-4314-8E83-A6773C2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51235-E9D0-4B0B-80CE-981FAD74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Consultar recaudo sin reconstruir la historia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AFECD-9AEC-4D01-BB5B-C122C2D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01434-4023-4AA2-B8FA-8D4F45C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61AEE-F086-43D2-8BCD-ED3487E4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3008F-98D1-4F55-BB23-F1D13227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los comprobantes por separado a una vista para revisar estados de cuenta y cartera.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995F-DC08-4F53-8823-6D6D976B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administración puede consultar conceptos, vencimientos y estados de pago según los módulos y medios habilitados.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0F4F4-BCCC-4B7C-BF7D-CBF4D0E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4D7D6-54C5-454A-92EC-4B570D5C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En vez 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695BD-2C3A-40C5-B347-5C4FDD1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Cruzar extractos, mensajes y listas manuales.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FFC24-FDF7-4BAF-BCBC-E11AA794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El club puede revisar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2E245-CA46-490D-9211-BEAD0DD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Pendientes, pagos e historial en la vista habilitada.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76377-9F52-493C-8215-42BA922C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57325"/>
            <a:ext cx="4171950" cy="48291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2ad4407f7418e"/>
          <a:stretch xmlns:a="http://schemas.openxmlformats.org/drawingml/2006/main"/>
        </p:blipFill>
        <p:spPr>
          <a:xfrm xmlns:a="http://schemas.openxmlformats.org/drawingml/2006/main">
            <a:off x="7432568" y="1524000"/>
            <a:ext cx="2641814" cy="46958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3BC7E-58DB-42D2-8A4D-7E6E67C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867400"/>
            <a:ext cx="3333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63841-5D27-4FA0-A68A-C6A60B1E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88645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CAPTURA DE DEMOSTRACIÓN · DATOS FICTICIOS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40908-5A2B-48D4-A420-F76CA0F6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47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pasarelas y medios de pago dependen de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073957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8B636-57D0-41C3-B311-66986DEE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ESPACIOS Y SERVICIOS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3DDF0-EAED-4348-80D6-9512A624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Los escenarios también se administran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1F2C1-1EE1-44AC-82AF-CA8DD8B0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4D70F-CE6C-4FB1-9153-12728EF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BCDCE-413E-4414-B573-A6BD6B7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8E38E-F77A-4551-87B6-580AF3C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La gestión de canchas y horarios puede formar parte del mismo panorama operativo del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B1419-02E7-4CAF-9A11-C3AD787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Disponibilidad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BE92E-2680-4708-BE7E-77A8E71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670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Consulta de escenarios y franjas de horario.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6BE1A-A7DD-46F5-B39D-2742D21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4482E-6564-49A1-92EF-692F88C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Reservas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F9225-D5EC-4B87-8194-C56DCD73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623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Organización del uso de espacios deportivos.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3AE8E-E1E8-4E3B-ADA0-280B82C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0FCC3-2EFE-4C95-9239-77566B84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21CDC-5FC3-46E2-A84A-9E0679A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577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Oferta visible según configuración del club.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B48AE-7C77-483D-81F9-1078E109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8F635-C46A-482B-9D16-DADEB85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D98E4-78B1-4C74-BDF8-8CC4C34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Disponibilidad coordinada entre calendarios y mensajes.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010A4-2357-4D56-8C97-0597F93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171950" cy="48672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75e190b864d46"/>
          <a:stretch xmlns:a="http://schemas.openxmlformats.org/drawingml/2006/main"/>
        </p:blipFill>
        <p:spPr>
          <a:xfrm xmlns:a="http://schemas.openxmlformats.org/drawingml/2006/main">
            <a:off x="7419380" y="1504950"/>
            <a:ext cx="2668191" cy="47434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D81D6-7D6B-4695-93DB-D11432B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76925"/>
            <a:ext cx="3162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F8030-74C9-4755-AA44-520C22F3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9597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SEDE, HORARIOS Y TARIFAS DE MUESTRA</a:t>
            </a:r>
          </a:p>
        </p:txBody>
      </p:sp>
    </p:spTree>
    <p:extLst>
      <p:ext uri="{BB962C8B-B14F-4D97-AF65-F5344CB8AC3E}">
        <p14:creationId xmlns:p14="http://schemas.microsoft.com/office/powerpoint/2010/main" val="1466271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A1745-C04F-4BE3-8322-547D2C4A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DESARROLLO DEL DEPORTISTA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48F0-AFD2-4068-B05E-114D3EA4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El seguimiento deportivo gana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40641-7C8E-45A0-9786-5256EC7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2D224-37C5-4E2B-880E-49D9AA1E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F0CEC-25A0-42FF-8DF3-F2317C5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9D60D-BC5A-481E-B58A-42E280AC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Una historia deportiva se construye con observaciones y mediciones registradas a lo largo del proceso.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1BB27-63AF-4EBA-87A3-84AA0E84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619625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3977D-2F54-456B-8468-EC51CC72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F2299-7BAA-4B42-9840-27CB5CE5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81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Evaluaciones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5C4F3-1D62-49DE-8783-2CEABCFC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Biometría y pruebas físicas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7B0D0-6348-41A2-99B3-BE45587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41603-BDF0-4C40-9D4C-C93A7ED5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95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Entrenamiento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D5A8F-4B44-473A-9261-D094231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Telemetría 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EC823-038B-4CB3-B3FD-7ED15AB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D1D4D-E6DC-4F76-911B-2615EAC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Observación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8601C-4C1D-4F8C-A51F-57ED5F9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Scouting e informes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5EB5D-B86C-411B-8A2D-C2C6A9D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lectura y las decisiones siguen en manos del cuerpo técnico.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35DDB-2453-4882-93DC-2C0D17C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5010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59c5eb38f445f"/>
          <a:stretch xmlns:a="http://schemas.openxmlformats.org/drawingml/2006/main"/>
        </p:blipFill>
        <p:spPr>
          <a:xfrm xmlns:a="http://schemas.openxmlformats.org/drawingml/2006/main">
            <a:off x="7332464" y="2419350"/>
            <a:ext cx="2003822" cy="3562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04CA4-B3BD-4E8E-80C3-39F54FEB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753100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D1A4A-298C-46D0-AD58-E323FB4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72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MUESTRA FICTICIA · NO ES UNA EVALUACIÓN REAL</a:t>
            </a:r>
          </a:p>
        </p:txBody>
      </p:sp>
    </p:spTree>
    <p:extLst>
      <p:ext uri="{BB962C8B-B14F-4D97-AF65-F5344CB8AC3E}">
        <p14:creationId xmlns:p14="http://schemas.microsoft.com/office/powerpoint/2010/main" val="1374337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1900C-CD58-44BA-9AC9-1D84DC84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VALOR PARA EL CLUB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7A731-2FFB-4CD2-8F5A-0ACD7223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Una vista útil para cada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22BAE-4D08-442B-9372-8AA5240E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2325E-EF64-4345-9789-1C3716C8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4B0D3-DBA2-431F-B6C6-61B1AACF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749C7-DA92-4A13-B67C-397990B2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misma plataforma puede ordenar conversaciones distintas, con acceso según el perfil habilitado.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6AAE4-CB5C-49C8-81C8-C5E55AA5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2BA10-5CE2-4EE3-B7FF-58DC704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27BD9-EFAB-4F96-9FE9-6E28277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Panorama de equipos, actividad y procesos administrativos.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1B00E-0BD0-43D5-91D3-A80F65D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543D-9EF9-4561-8391-4D988072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66A2F-013B-4C6E-B339-221DFF76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Cuerpo técnico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EA3B8-D6A1-4A5B-9E86-9AAC60B5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Contexto del plantel, partidos, convocatoria y seguimiento.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3924D-676C-46B0-AFCE-523E07F5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6DF18-F134-43BA-B272-B67EA6D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2A5F5-75D8-4621-B209-F6522097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2B317-97B3-4A33-8387-25C393FE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 de recaudo, cartera y servicios habilitados.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D9517-3E41-4558-ACF8-E57789F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4F18C-519C-49A0-B408-2F6C758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01026-BA78-4484-BEDB-DAEFDAB4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Familias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D7F07-76E7-44FC-B509-0E402CE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 canal digital para la información que el club decida compartir.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E9EDF-ECC3-4C91-AF9B-B5982D3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6740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00D90-D51B-4CBA-83FD-2FCC241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El alcance se define con el club: módulos activos, permisos y datos que se compartirán.</a:t>
            </a:r>
          </a:p>
        </p:txBody>
      </p:sp>
    </p:spTree>
    <p:extLst>
      <p:ext uri="{BB962C8B-B14F-4D97-AF65-F5344CB8AC3E}">
        <p14:creationId xmlns:p14="http://schemas.microsoft.com/office/powerpoint/2010/main" val="892471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EA04F-3726-414E-A12C-0724B1A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rPr>
              <a:t>SIGUIENTE PASO ·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A69E6-EEDF-4E0B-AB1C-00A3C36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Demostrar el valor en la operación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31A39-AC94-4AB3-9CB3-D4D07A1F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9CF2-417C-4F3E-9C00-17BA0CA4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BCD3F-706A-41B0-AB77-031C804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FDE48-D681-44A0-BF1B-B2261A1A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144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rPr>
              <a:t>Antes de prometer resultados, acordemos qué medir con 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B04B-AB1D-4209-A490-66FE6E99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98F81-0762-417E-978F-A89CB5C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CB3DF-2203-4F3A-8225-AB9EC88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Línea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A1C8A-3445-489C-97D6-6E2B255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Describir cómo se hacen hoy tres procesos prioritarios.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2C116-3F50-4E66-A4C2-DE5CB96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3133D-4F4C-4403-81EB-BA17FA15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59917-228B-4E24-9319-92E6A95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Uso guiado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D8D6C-A538-4BB8-9259-D1EA4E9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Configurar el flujo y acompañar a los roles participantes.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C336D-C46A-4FCE-9A0A-21112EAD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17590-E98E-41C3-A275-DC7DF1B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DFC7E-53B8-4688-8284-A5C52FCD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E6427-D087-46D6-B6AE-FA4B6DD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Comparar tiempos, registros completos y puntos de fricción.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358A0-1435-4D58-AB35-D1C9011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Indicadores posibles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E965F-4518-42CD-8044-925BBCE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29250"/>
            <a:ext cx="807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Tiempo para preparar convocatorias  ·  visibilidad de cartera  ·  registros deportivos completos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D0FFE-D9E4-4EB4-810A-491D09C2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Las metas se acuerdan con el club; el resultado dependerá del uso y la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569445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2026-09-28T04:55:21.7970000Z</dcterms:created>
  <dcterms:modified xsi:type="dcterms:W3CDTF">2026-09-28T04:55:21.7970000Z</dcterms:modified>
</coreProperties>
</file>