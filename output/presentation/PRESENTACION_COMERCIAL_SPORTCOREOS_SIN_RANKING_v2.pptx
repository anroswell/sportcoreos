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c68f9f01ed4ccc" /><Relationship Type="http://schemas.openxmlformats.org/officeDocument/2006/relationships/extended-properties" Target="/docProps/app.xml" Id="R767af8f312c947d8" /><Relationship Type="http://schemas.openxmlformats.org/officeDocument/2006/relationships/officeDocument" Target="/ppt/presentation.xml" Id="R285d200c5b4242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4838ac36c146f1"/>
  </p:sldMasterIdLst>
  <p:notesMasterIdLst>
    <p:notesMasterId xmlns:r="http://schemas.openxmlformats.org/officeDocument/2006/relationships" r:id="R427a05ed7b9f48e8"/>
  </p:notesMasterIdLst>
  <p:sldIdLst>
    <p:sldId xmlns:r="http://schemas.openxmlformats.org/officeDocument/2006/relationships" id="256" r:id="Racc9fa283ba64321"/>
    <p:sldId xmlns:r="http://schemas.openxmlformats.org/officeDocument/2006/relationships" id="257" r:id="R0abb3988eb834471"/>
    <p:sldId xmlns:r="http://schemas.openxmlformats.org/officeDocument/2006/relationships" id="258" r:id="Raac60ca4b8c94271"/>
    <p:sldId xmlns:r="http://schemas.openxmlformats.org/officeDocument/2006/relationships" id="259" r:id="R4c052df2380745ac"/>
    <p:sldId xmlns:r="http://schemas.openxmlformats.org/officeDocument/2006/relationships" id="260" r:id="R9113ac61954d42b1"/>
    <p:sldId xmlns:r="http://schemas.openxmlformats.org/officeDocument/2006/relationships" id="261" r:id="R0d4bffdd9e62441e"/>
    <p:sldId xmlns:r="http://schemas.openxmlformats.org/officeDocument/2006/relationships" id="262" r:id="Rdebab9f0f8b8461f"/>
    <p:sldId xmlns:r="http://schemas.openxmlformats.org/officeDocument/2006/relationships" id="263" r:id="R0ecbc274323141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adbfdbf2084a09" /><Relationship Type="http://schemas.openxmlformats.org/officeDocument/2006/relationships/slideMaster" Target="/ppt/slideMasters/slideMaster1.xml" Id="Rf64838ac36c146f1" /><Relationship Type="http://schemas.openxmlformats.org/officeDocument/2006/relationships/notesMaster" Target="/ppt/notesMasters/notesMaster1.xml" Id="R427a05ed7b9f48e8" /><Relationship Type="http://schemas.openxmlformats.org/officeDocument/2006/relationships/presProps" Target="/ppt/presProps.xml" Id="R56ac9149ae8f48ae" /><Relationship Type="http://schemas.openxmlformats.org/officeDocument/2006/relationships/tableStyles" Target="/ppt/tableStyles.xml" Id="R8e8a51544b0e4ce8" /><Relationship Type="http://schemas.openxmlformats.org/officeDocument/2006/relationships/slide" Target="/ppt/slides/slide1.xml" Id="Racc9fa283ba64321" /><Relationship Type="http://schemas.openxmlformats.org/officeDocument/2006/relationships/slide" Target="/ppt/slides/slide2.xml" Id="R0abb3988eb834471" /><Relationship Type="http://schemas.openxmlformats.org/officeDocument/2006/relationships/slide" Target="/ppt/slides/slide3.xml" Id="Raac60ca4b8c94271" /><Relationship Type="http://schemas.openxmlformats.org/officeDocument/2006/relationships/slide" Target="/ppt/slides/slide4.xml" Id="R4c052df2380745ac" /><Relationship Type="http://schemas.openxmlformats.org/officeDocument/2006/relationships/slide" Target="/ppt/slides/slide5.xml" Id="R9113ac61954d42b1" /><Relationship Type="http://schemas.openxmlformats.org/officeDocument/2006/relationships/slide" Target="/ppt/slides/slide6.xml" Id="R0d4bffdd9e62441e" /><Relationship Type="http://schemas.openxmlformats.org/officeDocument/2006/relationships/slide" Target="/ppt/slides/slide7.xml" Id="Rdebab9f0f8b8461f" /><Relationship Type="http://schemas.openxmlformats.org/officeDocument/2006/relationships/slide" Target="/ppt/slides/slide8.xml" Id="R0ecbc274323141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f494e3d07640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acc38984ed44c2" /><Relationship Type="http://schemas.openxmlformats.org/officeDocument/2006/relationships/notesMaster" Target="/ppt/notesMasters/notesMaster1.xml" Id="R173ee8e6ebaa4f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fa8032a65945a5" /><Relationship Type="http://schemas.openxmlformats.org/officeDocument/2006/relationships/notesMaster" Target="/ppt/notesMasters/notesMaster1.xml" Id="Ra5842cfa999146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7647d6643f4c38" /><Relationship Type="http://schemas.openxmlformats.org/officeDocument/2006/relationships/notesMaster" Target="/ppt/notesMasters/notesMaster1.xml" Id="R3011c248554a42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40aee7427348a3" /><Relationship Type="http://schemas.openxmlformats.org/officeDocument/2006/relationships/notesMaster" Target="/ppt/notesMasters/notesMaster1.xml" Id="Rdef9e1f43a1549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7a29a3479b4b84" /><Relationship Type="http://schemas.openxmlformats.org/officeDocument/2006/relationships/notesMaster" Target="/ppt/notesMasters/notesMaster1.xml" Id="Ra73e3496b8e048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ee1b9974684ea6" /><Relationship Type="http://schemas.openxmlformats.org/officeDocument/2006/relationships/notesMaster" Target="/ppt/notesMasters/notesMaster1.xml" Id="Rf0a033b0e3ae46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647379ef224a56" /><Relationship Type="http://schemas.openxmlformats.org/officeDocument/2006/relationships/notesMaster" Target="/ppt/notesMasters/notesMaster1.xml" Id="R9557cdf5430847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c86aca77c749cc" /><Relationship Type="http://schemas.openxmlformats.org/officeDocument/2006/relationships/notesMaster" Target="/ppt/notesMasters/notesMaster1.xml" Id="R5f92175b17454d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Portada comercial de SportCoreOS. Las funciones de la presentación deben mostrarse según módulos habilitados y configuración acordada con cada club.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Capacidades basadas en las rutas del producto: SportCoreOS-web/src/app/app.routes.ts. La disponibilidad depende de los módulos activos y de la configuración del club.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captura proviene de SportCoreOS/marketing/assets/screenshots/screenshot_04_convocatorias_tactica_1080x1920.png. Los nombres y equipos visibles son de demostración, no representan un caso real. Las rutas del producto identifican jugadores, categorías, partidos y convocatorias.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Módulos identificados en app.routes.ts: biometría, telemetría GPS, scouting y copiloto de IA. La disponibilidad y dispositivos requeridos deben verificarse en la demo. No presentar la herramienta como diagnóstico médico.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Rutas de producto: finanzas/recaudo, canchas, tienda y servicios en SportCoreOS-web/src/app/app.routes.ts. Se incluye una salvedad porque la activación de integraciones y medios de pago puede depender de la configuración comercial y técnica.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portal móvil para padres aparece como módulo PORTAL_PADRES en SportCoreOS-web/src/app/app.routes.ts. Las prácticas de permisos, comunicación y uso de datos deben validarse con el club.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Las ventajas se presentan como valor potencial de organización, no como resultados medidos ni garantizados. La configuración de roles forma parte de las rutas y permisos del producto.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Llamado a la acción genérico porque el canal oficial de contacto debe confirmarse antes de distribuir la presentación. No se inventa correo, teléfono, precio o URL.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b6c90744ab4d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97918eb95e4cdc" /><Relationship Type="http://schemas.openxmlformats.org/officeDocument/2006/relationships/slideLayout" Target="/ppt/slideLayouts/slideLayout1.xml" Id="R5fc8d133138d4c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c8d133138d4c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5c9868e8f44db" /><Relationship Type="http://schemas.openxmlformats.org/officeDocument/2006/relationships/image" Target="/ppt/media/image.jpeg" Id="R81b3ceec33254ba6" /><Relationship Type="http://schemas.openxmlformats.org/officeDocument/2006/relationships/notesSlide" Target="/ppt/notesSlides/notesSlide1.xml" Id="R140754c3289e4c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f0f62f9244160" /><Relationship Type="http://schemas.openxmlformats.org/officeDocument/2006/relationships/notesSlide" Target="/ppt/notesSlides/notesSlide2.xml" Id="Rad015a8dd0aa45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a68a32eac4825" /><Relationship Type="http://schemas.openxmlformats.org/officeDocument/2006/relationships/image" Target="/ppt/media/image.png" Id="Rffa0b03fcf294584" /><Relationship Type="http://schemas.openxmlformats.org/officeDocument/2006/relationships/notesSlide" Target="/ppt/notesSlides/notesSlide3.xml" Id="Rde9687a67a0f45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7542eeae04207" /><Relationship Type="http://schemas.openxmlformats.org/officeDocument/2006/relationships/notesSlide" Target="/ppt/notesSlides/notesSlide4.xml" Id="R37f6a8cf0b1649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476fc7c8044c8" /><Relationship Type="http://schemas.openxmlformats.org/officeDocument/2006/relationships/notesSlide" Target="/ppt/notesSlides/notesSlide5.xml" Id="R3d53cf5718cf44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3a8988aee49ab" /><Relationship Type="http://schemas.openxmlformats.org/officeDocument/2006/relationships/notesSlide" Target="/ppt/notesSlides/notesSlide6.xml" Id="Rfc59262aa40040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07d243325418e" /><Relationship Type="http://schemas.openxmlformats.org/officeDocument/2006/relationships/notesSlide" Target="/ppt/notesSlides/notesSlide7.xml" Id="Rb4ef71bca2834f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94d375c9f430f" /><Relationship Type="http://schemas.openxmlformats.org/officeDocument/2006/relationships/notesSlide" Target="/ppt/notesSlides/notesSlide8.xml" Id="R3e0bd2b942194e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C1C9A3-170C-4BF5-B998-C297E3A8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F7FA8-ECAB-4D07-8071-FF7F5198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SportCoreOS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4D3CC-0109-484F-A6AB-FC2A1D07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5953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Gestión deportiva y administrativa para clubes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F2C32F-38FD-4550-84CD-04509CBF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5381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Una plataforma para organizar la operación diaria y acompañar el trabajo deportivo.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FA055C-7D23-4F65-B3D5-AD411360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38825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Presentación para clubes y escuelas deportivas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b3ceec33254ba6"/>
          <a:stretch xmlns:a="http://schemas.openxmlformats.org/drawingml/2006/main"/>
        </p:blipFill>
        <p:spPr>
          <a:xfrm xmlns:a="http://schemas.openxmlformats.org/drawingml/2006/main">
            <a:off x="7715250" y="1028700"/>
            <a:ext cx="342900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810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396736-18C9-4DA7-A8EE-6613CB0F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1DA17-ABBA-44C8-B4AB-5D130D44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Una plataforma para la operación del club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8B3714-2186-40BC-B9A9-3995F8DE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E3EEE-FDC0-489E-BAE2-E44E234E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SportCoreOS  |  Presentación para clubes y escuelas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802183-61C2-4F01-8915-30EF6E82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366A7D-B891-4429-A597-D4D7C627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00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El club coordina información deportiva, actividad de los equipos y procesos administrativos.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C52DC7-AC22-45D0-A8F9-80F0C7EF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B9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B981"/>
                </a:solidFill>
                <a:latin typeface="Helvetica Neue"/>
                <a:ea typeface="Helvetica Neue"/>
                <a:cs typeface="Helvetica Neue"/>
              </a:rPr>
              <a:t>Gestión deportiva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7BCB03-D65D-4417-ACE2-98AA41EC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Jugadores, fichas y categorías organizados para el trabajo de los planteles.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9CB842-929C-4A9E-B5C5-47EA277B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99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B9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B981"/>
                </a:solidFill>
                <a:latin typeface="Helvetica Neue"/>
                <a:ea typeface="Helvetica Neue"/>
                <a:cs typeface="Helvetica Neue"/>
              </a:rPr>
              <a:t>Agenda y competencia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E1ACDA-66C9-4427-9B60-A87F34E6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671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Partidos, convocatorias y actividad del equipo en los módulos correspondientes.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ED45B7-3035-486F-843F-11C9E0D4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B9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B981"/>
                </a:solidFill>
                <a:latin typeface="Helvetica Neue"/>
                <a:ea typeface="Helvetica Neue"/>
                <a:cs typeface="Helvetica Neue"/>
              </a:rPr>
              <a:t>Seguimiento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F6DAAC-B414-4836-B69C-9025DA5D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Biometría, pruebas físicas, telemetría GPS y scouting disponibles según la operación.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8C2F71-3CED-44D9-AB5D-F5E62146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148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B9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B981"/>
                </a:solidFill>
                <a:latin typeface="Helvetica Neue"/>
                <a:ea typeface="Helvetica Neue"/>
                <a:cs typeface="Helvetica Neue"/>
              </a:rPr>
              <a:t>Administración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0A49F9-2D1A-4C95-8BA5-09A4C589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720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Cobros, escenarios, tienda, servicios y portal familiar según configuración.</a:t>
            </a:r>
          </a:p>
        </p:txBody>
      </p:sp>
    </p:spTree>
    <p:extLst>
      <p:ext uri="{BB962C8B-B14F-4D97-AF65-F5344CB8AC3E}">
        <p14:creationId xmlns:p14="http://schemas.microsoft.com/office/powerpoint/2010/main" val="4494867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64EFC3-4C65-419D-914B-CFF2E029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CF83AA-D199-4C40-B0A0-1AFDEE57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Gestión deportiva y competencia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789356-8E99-45B4-85F1-7EE0E908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7CA08-96F7-4120-A09E-6B424F44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SportCoreOS  |  Presentación para clubes y escuelas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ED1EE6-69EA-41A2-9D15-A723A11F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5C76E5-F7DB-4884-A044-F7A5A0A7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561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De la ficha del deportista a la actividad del equipo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8BA146-B8D0-4D67-B9E8-9CB1FD86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E8719E-FE28-45BD-9E85-5A780E4E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479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Registro de jugadores y organización por categorías.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AB346-E434-451B-A2E2-26113133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EC528E-EC26-4C65-B373-F951F147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81375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Consulta de fixture y partidos.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4D91E4-D84E-45DF-A6BC-7DA7C67B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B337F6-C0E8-4E86-942C-660F4569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148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Preparación de convocatorias y nóminas.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679136-43D7-42C8-B18B-FCA4B930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43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03391B-783B-47B8-BD43-B88F2CB9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48225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Información de asistencia disponible en el flujo del club.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0b03fcf294584"/>
          <a:stretch xmlns:a="http://schemas.openxmlformats.org/drawingml/2006/main"/>
        </p:blipFill>
        <p:spPr>
          <a:xfrm xmlns:a="http://schemas.openxmlformats.org/drawingml/2006/main">
            <a:off x="8185547" y="1476375"/>
            <a:ext cx="2678906" cy="47625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1B2535-8652-427F-862D-2B95046B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00150"/>
            <a:ext cx="442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Interfaz ilustrativa, datos de demostración</a:t>
            </a:r>
          </a:p>
        </p:txBody>
      </p:sp>
    </p:spTree>
    <p:extLst>
      <p:ext uri="{BB962C8B-B14F-4D97-AF65-F5344CB8AC3E}">
        <p14:creationId xmlns:p14="http://schemas.microsoft.com/office/powerpoint/2010/main" val="7542855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DDA0EF-9FD6-4384-B70C-E2F96FD9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54A49-2437-4715-BB97-58B6A572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Seguimiento deportivo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E98D1-3ED4-42A7-9045-48D6D5F6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C739B-D6AB-49B9-862F-9F67FB27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SportCoreOS  |  Presentación para clubes y escuelas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A8634-9D5A-4A95-8701-240331F7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1174A-A50B-4A76-9217-9644FDA2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Herramientas para acompañar el trabajo del cuerpo técnico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2D1B51-0261-4627-A3F5-6D390BE0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La plataforma permite registrar y consultar información deportiva según el flujo que utilice el club.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19C32D-44C3-4943-971E-E335900F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B9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B981"/>
                </a:solidFill>
                <a:latin typeface="Helvetica Neue"/>
                <a:ea typeface="Helvetica Neue"/>
                <a:cs typeface="Helvetica Neue"/>
              </a:rPr>
              <a:t>Biometría y pruebas físicas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E13514-006B-42C7-928F-C419CDD7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Mediciones y evaluaciones registradas para dar contexto a la evolución del deportista.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F1D246-BDB1-4EE4-96B6-5B6CD82B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461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B6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6B6D4"/>
                </a:solidFill>
                <a:latin typeface="Helvetica Neue"/>
                <a:ea typeface="Helvetica Neue"/>
                <a:cs typeface="Helvetica Neue"/>
              </a:rPr>
              <a:t>Telemetría GPS y scouting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9C89D5-8269-49C8-A45A-5E735845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0000"/>
            <a:ext cx="4619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Sesiones GPS y observaciones de scouting para apoyar el seguimiento deportivo.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ADFB5F-12A5-4CCF-BE30-FA8A5988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Copiloto de 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C831C8-A012-4C02-8972-DEAFA88A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Asistencia de consulta dentro del módulo técnico habilitado.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CC55EB-A681-4D3B-8156-F274DD27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29200"/>
            <a:ext cx="466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La interpretación permanece en manos del equipo técnico. No sustituye una valoración profesional.</a:t>
            </a:r>
          </a:p>
        </p:txBody>
      </p:sp>
    </p:spTree>
    <p:extLst>
      <p:ext uri="{BB962C8B-B14F-4D97-AF65-F5344CB8AC3E}">
        <p14:creationId xmlns:p14="http://schemas.microsoft.com/office/powerpoint/2010/main" val="1240213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D53BC7-D016-4C40-B3F4-ADDE4A4C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6A24BC-EAE4-417C-92A4-80501737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Administración y recursos del club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E6E84A-1967-430D-8913-A413F1FA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91492E-FED5-43CB-862C-6E3060B5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SportCoreOS  |  Presentación para clubes y escuelas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62E35-8794-4871-B0B3-F9AF2434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3B783-2997-4D9B-A6DC-6D65FF06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09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Los procesos administrativos también forman parte de la operación deportiva.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801D1-EBFE-447F-B217-72B65680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B9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B981"/>
                </a:solidFill>
                <a:latin typeface="Helvetica Neue"/>
                <a:ea typeface="Helvetica Neue"/>
                <a:cs typeface="Helvetica Neue"/>
              </a:rPr>
              <a:t>Finanzas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E97210-FB5A-44E4-BD78-1A44F80C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333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Cobros, pensiones y estados de recaudo para consulta y gestión.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2C106A-6607-4895-AF8A-19C449E5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B6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6B6D4"/>
                </a:solidFill>
                <a:latin typeface="Helvetica Neue"/>
                <a:ea typeface="Helvetica Neue"/>
                <a:cs typeface="Helvetica Neue"/>
              </a:rPr>
              <a:t>Escenarios y servicios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C478C-1DEF-431A-8EF6-0F8ECECE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4476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Canchas, tienda y servicios deportivos según los módulos disponibles para el club.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D64723-70B0-4278-B7E6-9A4B8E93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10077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7CB902-4B33-4CFE-9EDD-FF1C3F1A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La disponibilidad de pasarelas, medios de pago y otros servicios debe confirmarse para cada implementación.</a:t>
            </a:r>
          </a:p>
        </p:txBody>
      </p:sp>
    </p:spTree>
    <p:extLst>
      <p:ext uri="{BB962C8B-B14F-4D97-AF65-F5344CB8AC3E}">
        <p14:creationId xmlns:p14="http://schemas.microsoft.com/office/powerpoint/2010/main" val="20483990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819B23-8A83-4657-ABCF-D7591C8E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82AD1-1F25-4AB2-B1E6-E9619AB6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Una experiencia digital para las familias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88096A-8ABF-4134-A2CD-EBEF06D5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840028-5AE7-4DA3-94DF-4749FAC8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SportCoreOS  |  Presentación para clubes y escuelas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1DEA2-60FC-495F-B605-121D4E08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BDDBD-7A83-49EF-8ADE-8B98356A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Un portal móvil asociado a la actividad del club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56A2B-5F69-4B9F-8F82-87006D7C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9429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El portal para padres abre un espacio digital para que las familias consulten la información que el club habilite para ellas.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64EAFD-CDB5-4DB1-921D-23C25886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Cada club define qué información comparte, qué perfiles acceden y cómo acompaña a las familias durante la temporada.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CFC12C-F3FD-4961-8D0C-3CA2F9DD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38775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B9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B981"/>
                </a:solidFill>
                <a:latin typeface="Helvetica Neue"/>
                <a:ea typeface="Helvetica Neue"/>
                <a:cs typeface="Helvetica Neue"/>
              </a:rPr>
              <a:t>El tratamiento de datos de deportistas menores requiere permisos y autorizaciones definidos por el club.</a:t>
            </a:r>
          </a:p>
        </p:txBody>
      </p:sp>
    </p:spTree>
    <p:extLst>
      <p:ext uri="{BB962C8B-B14F-4D97-AF65-F5344CB8AC3E}">
        <p14:creationId xmlns:p14="http://schemas.microsoft.com/office/powerpoint/2010/main" val="19636139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CD49CE-5A07-4C1C-AD28-8233D534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E783EB-9041-4DC9-8DC6-49247742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Ventajas para la organización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EBE1F-603A-4C2A-92F6-B48B8FEB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6A041-16C9-431C-A804-A3AA9F04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SportCoreOS  |  Presentación para clubes y escuelas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0DC96-55CB-4090-8D84-FEEB49E1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101030-B23F-4FBA-BBA6-ABEAE58F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001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Una referencia común puede ayudar al club a coordinar sus procesos con mayor contexto.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58783C-4B5C-4A8F-A82F-28186390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B9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B981"/>
                </a:solidFill>
                <a:latin typeface="Helvetica Neue"/>
                <a:ea typeface="Helvetica Neue"/>
                <a:cs typeface="Helvetica Neue"/>
              </a:rPr>
              <a:t>Más claridad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F6B26F-0967-4A0E-BE2E-84FE26F9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Consulta las áreas deportivas y administrativas dentro del entorno habilitado.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E299D4-E0D3-4436-A1F4-D23EA17D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813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B6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6B6D4"/>
                </a:solidFill>
                <a:latin typeface="Helvetica Neue"/>
                <a:ea typeface="Helvetica Neue"/>
                <a:cs typeface="Helvetica Neue"/>
              </a:rPr>
              <a:t>Acceso por perfiles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AB2CC3-0CB5-4559-82B9-CE1CA583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76675"/>
            <a:ext cx="442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Organiza la experiencia de acuerdo con los roles de dirección, cuerpo técnico y administración.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0A9F71-3527-43D2-A4CA-23227FF1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995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El resultado depende de los módulos activos, la calidad de los datos y la adopción del equipo.</a:t>
            </a:r>
          </a:p>
        </p:txBody>
      </p:sp>
    </p:spTree>
    <p:extLst>
      <p:ext uri="{BB962C8B-B14F-4D97-AF65-F5344CB8AC3E}">
        <p14:creationId xmlns:p14="http://schemas.microsoft.com/office/powerpoint/2010/main" val="13991945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F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E7831D-8203-4252-9ED5-65251062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96DB9D-F48C-457F-BF81-142D8F48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Una demostración basada en tu club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613FD6-B17A-418C-8A09-3AED4FC0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50FCD-76A7-4640-A0C4-3203523F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SportCoreOS  |  Presentación para clubes y escuelas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35D0DF-B25C-4597-918C-19B073E2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E16867-0252-446B-916F-BD6A56FD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Empecemos por la operación que quieres organizar.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73361-9A16-4FB3-AECB-F407319E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1275"/>
            <a:ext cx="981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En una demo personalizada podemos recorrer los módulos que respondan a las prioridades de tu escuela y revisar qué hace falta configurar.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C8299-DD37-4E6D-9042-E08E4A59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B9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B981"/>
                </a:solidFill>
                <a:latin typeface="Helvetica Neue"/>
                <a:ea typeface="Helvetica Neue"/>
                <a:cs typeface="Helvetica Neue"/>
              </a:rPr>
              <a:t>Solicita una demostración personalizada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E7DC2-7B02-4AD4-95D3-B7CCC6C4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1004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8FAFC"/>
                </a:solidFill>
                <a:latin typeface="Helvetica Neue"/>
                <a:ea typeface="Helvetica Neue"/>
                <a:cs typeface="Helvetica Neue"/>
              </a:rPr>
              <a:t>Exploramos el plantel, una jornada deportiva y los procesos administrativos de interés.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2E62B4-8DDC-431B-911A-D8A52452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904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8C4D4"/>
                </a:solidFill>
                <a:latin typeface="Helvetica Neue"/>
                <a:ea typeface="Helvetica Neue"/>
                <a:cs typeface="Helvetica Neue"/>
              </a:rPr>
              <a:t>Funciones e integraciones sujetas a disponibilidad y configuración.</a:t>
            </a:r>
          </a:p>
        </p:txBody>
      </p:sp>
    </p:spTree>
    <p:extLst>
      <p:ext uri="{BB962C8B-B14F-4D97-AF65-F5344CB8AC3E}">
        <p14:creationId xmlns:p14="http://schemas.microsoft.com/office/powerpoint/2010/main" val="18883373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2026-09-28T04:13:44.3530000Z</dcterms:created>
  <dcterms:modified xsi:type="dcterms:W3CDTF">2026-09-28T04:13:44.3530000Z</dcterms:modified>
</coreProperties>
</file>